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667EEA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93B"/>
                </a:solidFill>
              </a:rPr>
              <a:t>Next-Generation E-Commerce Platform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67EEA"/>
                </a:solidFill>
              </a:rPr>
              <a:t>Built with React &amp; FastAPI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The Vision &amp;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64748B"/>
                </a:solidFill>
              </a:rPr>
              <a:t>A robust, scalable foundation built for speed.</a:t>
            </a:r>
            <a:endParaRPr lang="en-US" sz="1800" dirty="0"/>
          </a:p>
          <a:p>
            <a:pPr lvl="1" marL="6858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MongoDB: Flexible NoSQL database for products and users.</a:t>
            </a:r>
            <a:endParaRPr lang="en-US" sz="1800" dirty="0"/>
          </a:p>
          <a:p>
            <a:pPr lvl="1" marL="6858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FastAPI (Python): Blazing fast, asynchronous backend API framework.</a:t>
            </a:r>
            <a:endParaRPr lang="en-US" sz="1800" dirty="0"/>
          </a:p>
          <a:p>
            <a:pPr lvl="1" marL="6858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React.js: Dynamic, component-based frontend UI.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User Experience (Frontend)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64748B"/>
                </a:solidFill>
              </a:rPr>
              <a:t>Premium aesthetic designed to build brand trust.</a:t>
            </a:r>
            <a:endParaRPr lang="en-US" sz="1800" dirty="0"/>
          </a:p>
          <a:p>
            <a:pPr lvl="1" marL="6858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Material UI (MUI): Modern, responsive component library.</a:t>
            </a:r>
            <a:endParaRPr lang="en-US" sz="1800" dirty="0"/>
          </a:p>
          <a:p>
            <a:pPr lvl="1" marL="6858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Glassmorphism Aesthetic: State-of-the-art UI design with animated gradients.</a:t>
            </a:r>
            <a:endParaRPr lang="en-US" sz="1800" dirty="0"/>
          </a:p>
          <a:p>
            <a:pPr lvl="1" marL="6858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Redux State Management: Instant, seamless cart and session syncing.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Enterprise Security &amp; Backend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64748B"/>
                </a:solidFill>
              </a:rPr>
              <a:t>Built to securely handle transactions and user data.</a:t>
            </a:r>
            <a:endParaRPr lang="en-US" sz="1800" dirty="0"/>
          </a:p>
          <a:p>
            <a:pPr lvl="1" marL="6858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Bcrypt Encryption: Passwords are irreversibly hashed before storage.</a:t>
            </a:r>
            <a:endParaRPr lang="en-US" sz="1800" dirty="0"/>
          </a:p>
          <a:p>
            <a:pPr lvl="1" marL="6858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Strict Validation: Real-time frontend + backend strong password policies.</a:t>
            </a:r>
            <a:endParaRPr lang="en-US" sz="1800" dirty="0"/>
          </a:p>
          <a:p>
            <a:pPr lvl="1" marL="6858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Integrated Payments: Production-ready Razorpay and Paytm gateway routing.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293B"/>
                </a:solidFill>
              </a:rPr>
              <a:t>Let's Take a Look!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67EEA"/>
                </a:solidFill>
              </a:rPr>
              <a:t>Live Demo of the Platform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2026-06-11T20:12:19Z</dcterms:created>
  <dcterms:modified xsi:type="dcterms:W3CDTF">2026-06-11T20:12:19Z</dcterms:modified>
</cp:coreProperties>
</file>